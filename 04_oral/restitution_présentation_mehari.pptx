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4454E8-E9E1-F5E1-5B7C-0449644DE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9590641-C422-08E7-8EEC-4D5DE7086C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0ACE45-67D7-146A-4955-9CF3E74B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41644D9-2390-888A-418A-268A2C78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14CF70-4EAA-D177-4B85-172F793B0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7606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76F209-40E1-B33A-8D8F-B7D674061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47CC11-C280-9F97-2D65-FA0D041D9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83FAD58-01FD-813F-3BF1-130D67415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935CC6-3ACB-F69C-4384-2A4431913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C763833-56EC-5380-9415-DDBADF09C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220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1458CC-B6BE-B8FB-8639-0ED13EE4F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696B4F-7641-E05A-0BAF-D2EA29CC3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5F83BD-AB5D-0BEC-8AC1-33796313D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5BA3B8-1918-D34B-7706-B01172AD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940E63-29C2-22C9-C2B7-0950D892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799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07EB53-97CA-E964-DB4C-745A0D33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A1A5D7-D0FB-477A-0E4A-07C77822B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3028E2-29FA-B69C-365E-F794FB106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72550E-DA76-5BCE-2CEF-62FF9F1A5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A7804B-EEEA-58F1-50B5-A425FD334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AF92E3-32C2-0211-C567-A235B03E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0931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EE2CDA-3C92-E645-B649-A098685FD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24C837-1C89-223C-1814-40A163628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B21D513-7F5B-12F0-5099-B04D5A4E9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E18BD8C-226E-D4DE-35FB-F8AC07F66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5126C85-914F-D52A-D4AB-DBFBCA7209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58E4C45-170F-2FCF-FB2F-5EEF65BB2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F15F807-8BD4-0522-3B7E-B1EFACFC8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25E8E5A-64B8-CC2A-655E-6041D8766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767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1F28EF-F57C-2971-EE92-3C1FA1C16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3C9576B-23FB-250F-FEE9-965CD3ABB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F15C83-D6AC-17B3-7BB0-12C1982DA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A8E7DA9-1637-8D43-692C-265929409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8446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953BF3-BC1D-B5AF-84B6-E1B52B76E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7E0B09A-C906-3FB5-BAAB-088DBDDC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8FDDD1-6EE1-C3A2-24AE-7F2A66D3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1196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A83650-7499-B9AB-ABCF-6702DC603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7E5655-5A1F-DD98-F8FC-A3C981607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35CDFBA-B0CD-92BB-F812-DFE83091A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2E529D8-91BE-FF93-60E5-B7849B4DF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DED23B-27F0-0811-7377-0CE65A88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834CD30-2581-747F-018C-166ECDEF4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898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C54C7C-42FF-E99B-2F89-EFBBBBAB5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149E640-1AC7-B80E-927A-DB3EB77A00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98CF9F-B08C-5030-6051-C5DDA5393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110117-DA4A-BEBA-4414-75048B23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C0568E-1EAF-7A0C-EA03-E767B49F9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C4E131-EA03-7896-70B9-F31241EB1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710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D579A7-2AAA-70A7-B983-F2DC4895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223348A-67CE-780B-2633-41A7ADE8A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5230C6-368F-8B6D-880F-7DC30D119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9DC972-ACE7-B14A-A5B4-818C1F100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5993341-FD5B-EEBE-EE67-0EFB81DD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13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C1DDDB-C1B5-8113-ED3D-F1EDDC270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B792C1-767B-67C8-3A62-9D65EC789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A5840A-4B54-73DE-3D43-B663C4613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8AAC1C-E9B4-F0EE-54A1-3A4DB52CA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A7BA51-11E3-3623-0262-38319906D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68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CF0315F-8D7E-3454-CD2F-97C0352B7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01C28D-DA2D-16A6-028C-71F620F40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8922BC-BDE1-FF61-3B96-6BB013363F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95C12-F96F-427C-A2DC-30300C38C755}" type="datetimeFigureOut">
              <a:rPr lang="fr-FR" smtClean="0"/>
              <a:t>08/10/2026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86543E-A54D-DE5C-71D6-759B3AE80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51FBD20-74CA-7A25-A04D-9D3F3E88A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67B81-18DF-4106-99C3-6C07EA3F08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74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595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9DAD43-CD7E-FE84-7381-5E0285B96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Vide</a:t>
            </a:r>
          </a:p>
        </p:txBody>
      </p:sp>
    </p:spTree>
    <p:extLst>
      <p:ext uri="{BB962C8B-B14F-4D97-AF65-F5344CB8AC3E}">
        <p14:creationId xmlns:p14="http://schemas.microsoft.com/office/powerpoint/2010/main" val="240944314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Grand écran</PresentationFormat>
  <Paragraphs>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Vide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Anonymous madonna</dc:creator>
  <cp:lastModifiedBy>Anonymous madonna</cp:lastModifiedBy>
  <cp:revision>1</cp:revision>
  <dcterms:created xsi:type="dcterms:W3CDTF">2026-10-08T13:51:13Z</dcterms:created>
  <dcterms:modified xsi:type="dcterms:W3CDTF">2026-10-08T13:51:49Z</dcterms:modified>
</cp:coreProperties>
</file>